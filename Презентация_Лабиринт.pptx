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перемещения страницы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2DA472F-6E45-437F-A362-7A88D9575A4D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752DC9-291E-47E2-B04D-A33370F746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741BD-1E21-4F6E-BB55-F07A3F98BE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A1E91A-2528-46A7-B82F-D2D8656A01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4A4DF7-0A45-4193-B69C-B3778CD961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58A47B-DF4A-440D-B846-88751295B5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423C96-4B9C-417C-8791-4217EAED45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C9A9BD-8823-463C-A8D7-03B219203B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AD692F-FCA1-423D-9362-057F5BD09B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46EA5D-1823-4AFB-93AD-67448FB5CE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392210-B16E-4025-849C-35C7EE173F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EEBDE5-344F-4F4D-8C8C-2455335903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Для правки структуры щёлкните мышью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Второй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Третий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Четвёртый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Пятый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Игра «Лабиринт»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30280" y="8046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общая часть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0" descr="/mnt/data/maze_screens_cropped/01_main_safe.png"/>
          <p:cNvPicPr/>
          <p:nvPr/>
        </p:nvPicPr>
        <p:blipFill>
          <a:blip r:embed="rId1"/>
          <a:stretch/>
        </p:blipFill>
        <p:spPr>
          <a:xfrm>
            <a:off x="496800" y="1401120"/>
            <a:ext cx="5623200" cy="39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7"/>
          <p:cNvSpPr/>
          <p:nvPr/>
        </p:nvSpPr>
        <p:spPr>
          <a:xfrm>
            <a:off x="540000" y="5577840"/>
            <a:ext cx="5623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Главное окно игры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Цель и требования проекта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30280" y="8046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менеджер проекта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23444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Цель проекта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594360" y="1691640"/>
            <a:ext cx="5166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Разработать однопользовательскую игру с графическим интерфейсом, где игрок проходит случайный лабиринт, избегая стен и активных ловушек.</a:t>
            </a:r>
            <a:endParaRPr lang="ru-RU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594360" y="31546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Ключевые требования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594360" y="3593520"/>
            <a:ext cx="52117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38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новый лабиринт при запуске и команде «Новая игра»</a:t>
            </a:r>
            <a:endParaRPr lang="ru-RU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8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перемещение только по свободным клеткам</a:t>
            </a:r>
            <a:endParaRPr lang="ru-RU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8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активные ловушки приводят к поражению</a:t>
            </a:r>
            <a:endParaRPr lang="ru-RU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8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выход приводит к победе с показом числа шагов</a:t>
            </a:r>
            <a:endParaRPr lang="ru-RU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8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меню, справка, кнопки управления и информационная панель</a:t>
            </a:r>
            <a:endParaRPr lang="ru-RU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Структура реализации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разработчик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685800" y="12070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Классы приложения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685800" y="1755720"/>
            <a:ext cx="19198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MazeGenerator</a:t>
            </a:r>
            <a:endParaRPr lang="ru-RU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2788920" y="1746360"/>
            <a:ext cx="3474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создаёт случайный лабиринт на двумерной сетке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8"/>
          <p:cNvSpPr/>
          <p:nvPr/>
        </p:nvSpPr>
        <p:spPr>
          <a:xfrm>
            <a:off x="685800" y="2331720"/>
            <a:ext cx="19198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MazeGame</a:t>
            </a:r>
            <a:endParaRPr lang="ru-RU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/>
          <p:cNvSpPr/>
          <p:nvPr/>
        </p:nvSpPr>
        <p:spPr>
          <a:xfrm>
            <a:off x="2788920" y="2322720"/>
            <a:ext cx="3474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хранит состояние партии, шаги, выход и ловушки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685800" y="2907720"/>
            <a:ext cx="19198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MazeApp</a:t>
            </a:r>
            <a:endParaRPr lang="ru-RU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1"/>
          <p:cNvSpPr/>
          <p:nvPr/>
        </p:nvSpPr>
        <p:spPr>
          <a:xfrm>
            <a:off x="2788920" y="2898720"/>
            <a:ext cx="3474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создаёт GUI, меню, кнопки, обработку клавиш и окон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685800" y="3977640"/>
            <a:ext cx="3748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Реализованный интерфейс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3"/>
          <p:cNvSpPr/>
          <p:nvPr/>
        </p:nvSpPr>
        <p:spPr>
          <a:xfrm>
            <a:off x="685800" y="4416480"/>
            <a:ext cx="5303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35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меню «Игра» и «Справка»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кнопки «Новая игра», «Выход», </a:t>
            </a: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«Помощь», «О программе»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управление стрелками, WASD и кнопками в интерфейсе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5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панель: цель, шаги и состояние ловушек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0" descr="/mnt/data/maze_screens_cropped/01_main_safe.png"/>
          <p:cNvPicPr/>
          <p:nvPr/>
        </p:nvPicPr>
        <p:blipFill>
          <a:blip r:embed="rId1"/>
          <a:stretch/>
        </p:blipFill>
        <p:spPr>
          <a:xfrm>
            <a:off x="7740000" y="1621800"/>
            <a:ext cx="2160000" cy="356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План тестирования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640080" y="12344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Области проверки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658440" y="1691640"/>
            <a:ext cx="5028840" cy="36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запуск приложения и отображение главного окна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работа меню и кнопок интерфейса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перемещение игрока клавиатурой и кнопками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запрет прохождения через стены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активация и деактивация красных ловушек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условия поражения и победы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2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перезапуск партии без закрытия приложения</a:t>
            </a:r>
            <a:endParaRPr lang="ru-RU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400800" y="132588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Критерий успешности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6400800" y="1783080"/>
            <a:ext cx="49374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79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Фактический результат должен совпадать с ожидаемым: приложение не зависает, элементы реагируют на действия пользователя, победа и поражение обрабатываются через сообщения.</a:t>
            </a:r>
            <a:endParaRPr lang="ru-RU" sz="16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6400800" y="3794760"/>
            <a:ext cx="1645560" cy="3106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Метод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8275320" y="3785760"/>
            <a:ext cx="2971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ручное функциональное тестирование по пользовательскому сценарию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6400800" y="4316040"/>
            <a:ext cx="1645560" cy="3106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Данные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8275320" y="4306680"/>
            <a:ext cx="2971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новая партия генерируется случайно; проверялись разные маршруты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6400800" y="4837320"/>
            <a:ext cx="1645560" cy="3106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Итог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8275320" y="4827960"/>
            <a:ext cx="2971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основной функционал проверен и работает корректно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Сценарий использования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658440" y="1225440"/>
            <a:ext cx="5714640" cy="425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1. Запустить приложение и убедиться, что отображается лабиринт.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2. Проверить меню: «Новая игра», «Выход», «Помощь», «О программе».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3. Перемещать игрока стрелками, WASD и кнопками в интерфейсе.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4. Проверить, что стены блокируют движение, а шаги увеличиваются только при успешном ходе.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5. Дождаться появления красных клеток и проверить поражение.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9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6. Дойти до зелёной клетки и проверить сообщение о победе.</a:t>
            </a:r>
            <a:endParaRPr lang="ru-RU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/mnt/data/maze_screens_cropped/01_main_safe.png"/>
          <p:cNvPicPr/>
          <p:nvPr/>
        </p:nvPicPr>
        <p:blipFill>
          <a:blip r:embed="rId1"/>
          <a:stretch/>
        </p:blipFill>
        <p:spPr>
          <a:xfrm>
            <a:off x="6537960" y="1614960"/>
            <a:ext cx="4983120" cy="347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6"/>
          <p:cNvSpPr/>
          <p:nvPr/>
        </p:nvSpPr>
        <p:spPr>
          <a:xfrm>
            <a:off x="6537960" y="5523120"/>
            <a:ext cx="4983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Начальное состояние перед тестом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Результаты: меню и кнопки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85800" y="1188720"/>
            <a:ext cx="1828440" cy="31068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Новая игра</a:t>
            </a:r>
            <a:endParaRPr lang="ru-RU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2743200" y="1179720"/>
            <a:ext cx="8046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лабиринт генерируется заново, игрок возвращается в старт, счётчик шагов сбрасывается до 0</a:t>
            </a:r>
            <a:endParaRPr lang="ru-RU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685800" y="1700640"/>
            <a:ext cx="1828440" cy="3106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Помощь</a:t>
            </a:r>
            <a:endParaRPr lang="ru-RU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8"/>
          <p:cNvSpPr/>
          <p:nvPr/>
        </p:nvSpPr>
        <p:spPr>
          <a:xfrm>
            <a:off x="2743200" y="1691640"/>
            <a:ext cx="8046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открывается отдельное окно со справкой: правила, управление и описание пунктов меню</a:t>
            </a:r>
            <a:endParaRPr lang="ru-RU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691560" y="2209320"/>
            <a:ext cx="1828440" cy="3106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Выход</a:t>
            </a:r>
            <a:endParaRPr lang="ru-RU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2700000" y="2160000"/>
            <a:ext cx="8046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приложение закрывается через кнопку или пункт меню «Игра → Выход»</a:t>
            </a:r>
            <a:endParaRPr lang="ru-RU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/mnt/data/maze_screens_cropped/03_help_window_full.png"/>
          <p:cNvPicPr/>
          <p:nvPr/>
        </p:nvPicPr>
        <p:blipFill>
          <a:blip r:embed="rId1"/>
          <a:stretch/>
        </p:blipFill>
        <p:spPr>
          <a:xfrm>
            <a:off x="1954080" y="3429000"/>
            <a:ext cx="3040920" cy="22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13"/>
          <p:cNvSpPr/>
          <p:nvPr/>
        </p:nvSpPr>
        <p:spPr>
          <a:xfrm>
            <a:off x="777240" y="5715000"/>
            <a:ext cx="5394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Окно справки после нажатия «Помощь»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1" descr="/mnt/data/maze_screens_cropped/01_main_safe.png"/>
          <p:cNvPicPr/>
          <p:nvPr/>
        </p:nvPicPr>
        <p:blipFill>
          <a:blip r:embed="rId2"/>
          <a:stretch/>
        </p:blipFill>
        <p:spPr>
          <a:xfrm>
            <a:off x="7284960" y="3429000"/>
            <a:ext cx="3214440" cy="22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14"/>
          <p:cNvSpPr/>
          <p:nvPr/>
        </p:nvSpPr>
        <p:spPr>
          <a:xfrm>
            <a:off x="6446520" y="5715000"/>
            <a:ext cx="4891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Окно справки после нажатия </a:t>
            </a: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«О программе</a:t>
            </a: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»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Результаты: управление и движение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58440" y="1298520"/>
            <a:ext cx="539460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51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1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кнопки со стрелками на панели перемещают игрока в выбранном направлении</a:t>
            </a:r>
            <a:endParaRPr lang="ru-RU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1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1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клавиатурные стрелки и WASD выполняют те же действия</a:t>
            </a:r>
            <a:endParaRPr lang="ru-RU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1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1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при попытке пройти через стену позиция игрока не меняется</a:t>
            </a:r>
            <a:endParaRPr lang="ru-RU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1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1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при успешном перемещении счётчик шагов увеличивается на 1</a:t>
            </a:r>
            <a:endParaRPr lang="ru-RU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1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51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цвета объектов читаются корректно: стены тёмные, путь белый, игрок синий, выход зелёный</a:t>
            </a:r>
            <a:endParaRPr lang="ru-RU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0" descr="/mnt/data/maze_screens_cropped/01_main_safe.png"/>
          <p:cNvPicPr/>
          <p:nvPr/>
        </p:nvPicPr>
        <p:blipFill>
          <a:blip r:embed="rId1"/>
          <a:stretch/>
        </p:blipFill>
        <p:spPr>
          <a:xfrm>
            <a:off x="6309360" y="1624320"/>
            <a:ext cx="5166000" cy="36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6"/>
          <p:cNvSpPr/>
          <p:nvPr/>
        </p:nvSpPr>
        <p:spPr>
          <a:xfrm>
            <a:off x="6309360" y="5596200"/>
            <a:ext cx="5166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Игровое поле и панель управления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Результаты: опасные клетки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658440" y="129852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Проверенные случаи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658440" y="1755720"/>
            <a:ext cx="51660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42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ловушки каждые 2 секунды меняют состояние: безопасны / активны</a:t>
            </a:r>
            <a:endParaRPr lang="ru-RU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2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активные ловушки выделяются красным цветом</a:t>
            </a:r>
            <a:endParaRPr lang="ru-RU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2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если игрок наступает на красную клетку, появляется сообщение о поражении</a:t>
            </a:r>
            <a:endParaRPr lang="ru-RU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2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если игрок стоит на ловушке и она становится красной, игра также завершается поражением</a:t>
            </a:r>
            <a:endParaRPr lang="ru-RU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20" b="1" u="none" strike="noStrike">
                <a:solidFill>
                  <a:srgbClr val="ef4444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2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после подтверждения поражения создаётся новая партия</a:t>
            </a:r>
            <a:endParaRPr lang="ru-RU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 0" descr="/mnt/data/maze_screens_cropped/02_active_traps.png"/>
          <p:cNvPicPr/>
          <p:nvPr/>
        </p:nvPicPr>
        <p:blipFill>
          <a:blip r:embed="rId1"/>
          <a:stretch/>
        </p:blipFill>
        <p:spPr>
          <a:xfrm>
            <a:off x="7259400" y="1298520"/>
            <a:ext cx="3083400" cy="214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7"/>
          <p:cNvSpPr/>
          <p:nvPr/>
        </p:nvSpPr>
        <p:spPr>
          <a:xfrm>
            <a:off x="6309360" y="3493080"/>
            <a:ext cx="4983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Активные красные ловушки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Image 1" descr="/mnt/data/maze_screens_cropped/04_loss_dialog.png"/>
          <p:cNvPicPr/>
          <p:nvPr/>
        </p:nvPicPr>
        <p:blipFill>
          <a:blip r:embed="rId2"/>
          <a:stretch/>
        </p:blipFill>
        <p:spPr>
          <a:xfrm>
            <a:off x="7200000" y="3840480"/>
            <a:ext cx="3240000" cy="19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 8"/>
          <p:cNvSpPr/>
          <p:nvPr/>
        </p:nvSpPr>
        <p:spPr>
          <a:xfrm>
            <a:off x="6309360" y="5852160"/>
            <a:ext cx="4983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20" b="0" u="none" strike="noStrike">
                <a:solidFill>
                  <a:srgbClr val="4b5563"/>
                </a:solidFill>
                <a:effectLst/>
                <a:uFillTx/>
                <a:latin typeface="Segoe UI"/>
                <a:ea typeface="Segoe UI"/>
              </a:rPr>
              <a:t>Сообщение о поражении</a:t>
            </a:r>
            <a:endParaRPr lang="ru-RU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Результаты: победа и перезапуск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/mnt/data/maze_screens_cropped/05_win_dialog.png"/>
          <p:cNvPicPr/>
          <p:nvPr/>
        </p:nvPicPr>
        <p:blipFill>
          <a:blip r:embed="rId1"/>
          <a:stretch/>
        </p:blipFill>
        <p:spPr>
          <a:xfrm>
            <a:off x="685800" y="1320120"/>
            <a:ext cx="5486040" cy="398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5"/>
          <p:cNvSpPr/>
          <p:nvPr/>
        </p:nvSpPr>
        <p:spPr>
          <a:xfrm>
            <a:off x="6446520" y="123444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Ожидаемое поведение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6446520" y="1664280"/>
            <a:ext cx="475452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r>
              <a:rPr lang="en-US" sz="148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при достижении зелёной клетки выводится сообщение «Вы прошли лабиринт!»</a:t>
            </a:r>
            <a:endParaRPr lang="ru-RU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8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в сообщении отображается количество сделанных шагов</a:t>
            </a:r>
            <a:endParaRPr lang="ru-RU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8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после закрытия сообщения запускается новая партия</a:t>
            </a:r>
            <a:endParaRPr lang="ru-RU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8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кнопка «Новая игра» корректно перезапускает лабиринт в любой момент</a:t>
            </a:r>
            <a:endParaRPr lang="ru-RU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80" b="1" u="none" strike="noStrike">
                <a:solidFill>
                  <a:srgbClr val="16a34a"/>
                </a:solidFill>
                <a:effectLst/>
                <a:uFillTx/>
                <a:latin typeface="Segoe UI"/>
                <a:ea typeface="Segoe UI"/>
              </a:rPr>
              <a:t>• </a:t>
            </a:r>
            <a:r>
              <a:rPr lang="en-US" sz="148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приложение продолжает работать без перезапуска процесса</a:t>
            </a:r>
            <a:endParaRPr lang="ru-RU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6446520" y="5257800"/>
            <a:ext cx="1645560" cy="3106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Статус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8321040" y="5248800"/>
            <a:ext cx="2971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победа, поражение и перезапуск работают корректно</a:t>
            </a:r>
            <a:endParaRPr lang="ru-RU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502920" y="25596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Итог тестирования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тестировщик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685800" y="1143000"/>
            <a:ext cx="2559960" cy="34704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Группа проверок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3429000" y="1143000"/>
            <a:ext cx="8000640" cy="34704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Результат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685800" y="1664280"/>
            <a:ext cx="2559960" cy="365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Запуск и интерфейс</a:t>
            </a:r>
            <a:endParaRPr lang="ru-RU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3429000" y="1664280"/>
            <a:ext cx="8000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4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окно открывается, элементы отображаются корректно</a:t>
            </a:r>
            <a:endParaRPr lang="ru-RU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685800" y="2194560"/>
            <a:ext cx="2559960" cy="365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Меню и справка</a:t>
            </a:r>
            <a:endParaRPr lang="ru-RU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3429000" y="2194560"/>
            <a:ext cx="8000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4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кнопки и пункты меню выполняют заявленные действия</a:t>
            </a:r>
            <a:endParaRPr lang="ru-RU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685800" y="2724840"/>
            <a:ext cx="2559960" cy="365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Управление</a:t>
            </a:r>
            <a:endParaRPr lang="ru-RU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3429000" y="2724840"/>
            <a:ext cx="8000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4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клавиатура и GUI-кнопки работают корректно</a:t>
            </a:r>
            <a:endParaRPr lang="ru-RU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685800" y="3255120"/>
            <a:ext cx="2559960" cy="365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Ловушки</a:t>
            </a:r>
            <a:endParaRPr lang="ru-RU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3429000" y="3255120"/>
            <a:ext cx="8000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4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активация, поражение и смена состояния работают корректно</a:t>
            </a:r>
            <a:endParaRPr lang="ru-RU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685800" y="3785760"/>
            <a:ext cx="2559960" cy="365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2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Победа и новая игра</a:t>
            </a:r>
            <a:endParaRPr lang="ru-RU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3429000" y="3785760"/>
            <a:ext cx="8000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4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завершение партии и перезапуск выполняются корректно</a:t>
            </a:r>
            <a:endParaRPr lang="ru-RU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685800" y="466344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Segoe UI"/>
                <a:ea typeface="Segoe UI"/>
              </a:rPr>
              <a:t>Вывод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685800" y="5074920"/>
            <a:ext cx="10743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По результатам тестирования приложение «Лабиринт» соответствует основным функциональным требованиям: пользователь может запустить игру, управлять игроком, открыть справку, начать новую партию, завершить приложение, выиграть или проиграть при срабатывании ловушек. Ошибок не выявлено.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19"/>
          <p:cNvSpPr/>
          <p:nvPr/>
        </p:nvSpPr>
        <p:spPr>
          <a:xfrm>
            <a:off x="2033640" y="306000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111827"/>
                </a:solidFill>
                <a:effectLst/>
                <a:uFillTx/>
                <a:latin typeface="Segoe UI"/>
                <a:ea typeface="Segoe UI"/>
              </a:rPr>
              <a:t>Спасибо за внимание!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0"/>
          <p:cNvSpPr/>
          <p:nvPr/>
        </p:nvSpPr>
        <p:spPr>
          <a:xfrm>
            <a:off x="530280" y="8046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0000" lnSpcReduction="19999"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1"/>
          <p:cNvSpPr/>
          <p:nvPr/>
        </p:nvSpPr>
        <p:spPr>
          <a:xfrm>
            <a:off x="9006840" y="301680"/>
            <a:ext cx="2605680" cy="36540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Роль: общая часть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530280" y="64465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7280"/>
                </a:solidFill>
                <a:effectLst/>
                <a:uFillTx/>
                <a:latin typeface="Segoe UI"/>
                <a:ea typeface="Segoe UI"/>
              </a:rPr>
              <a:t>Проект 3 · Программная инженерия</a:t>
            </a:r>
            <a:endParaRPr lang="ru-RU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LibreOffice/25.8.6.2$Windows_X86_64 LibreOffice_project/b4b39682cd9868fa725bc664aff94278d315bd04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2026-06-03T15:52:33Z</dcterms:created>
  <dc:creator>OpenAI</dc:creator>
  <dc:description/>
  <dc:language>ru-RU</dc:language>
  <cp:lastModifiedBy/>
  <dcterms:modified xsi:type="dcterms:W3CDTF">2026-06-03T23:35:05Z</dcterms:modified>
  <cp:revision>5</cp:revision>
  <dc:subject>Презентация тестировщика: Игра Лабиринт</dc:subject>
  <dc:title>Проект 3: Игра «Лабиринт»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